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arnest-cocada-04456b.netlify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F4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FreshMinds Tech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0D0FF"/>
                </a:solidFill>
              </a:defRPr>
            </a:pPr>
            <a:r>
              <a:t>A shared framework for technology decisions across the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45C2"/>
                </a:solidFill>
              </a:defRPr>
            </a:pPr>
            <a:r>
              <a:t>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F45C2"/>
                </a:solidFill>
              </a:rPr>
              <a:t>●  </a:t>
            </a:r>
            <a:r>
              <a:rPr sz="1400" b="1">
                <a:solidFill>
                  <a:srgbClr val="333333"/>
                </a:solidFill>
              </a:rPr>
              <a:t>Align technology choices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66666"/>
                </a:solidFill>
              </a:rPr>
              <a:t>     Consistent recommendations across 5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F45C2"/>
                </a:solidFill>
              </a:rPr>
              <a:t>●  </a:t>
            </a:r>
            <a:r>
              <a:rPr sz="1400" b="1">
                <a:solidFill>
                  <a:srgbClr val="333333"/>
                </a:solidFill>
              </a:rPr>
              <a:t>Credibility with clients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66666"/>
                </a:solidFill>
              </a:rPr>
              <a:t>     Show deliberate opinions, not just 'we do whatever'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F45C2"/>
                </a:solidFill>
              </a:rPr>
              <a:t>●  </a:t>
            </a:r>
            <a:r>
              <a:rPr sz="1400" b="1">
                <a:solidFill>
                  <a:srgbClr val="333333"/>
                </a:solidFill>
              </a:rPr>
              <a:t>Recruiting &amp; retention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66666"/>
                </a:solidFill>
              </a:rPr>
              <a:t>     Engineers join where tech vision is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F45C2"/>
                </a:solidFill>
              </a:rPr>
              <a:t>●  </a:t>
            </a:r>
            <a:r>
              <a:rPr sz="1400" b="1">
                <a:solidFill>
                  <a:srgbClr val="333333"/>
                </a:solidFill>
              </a:rPr>
              <a:t>Reduce duplication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66666"/>
                </a:solidFill>
              </a:rPr>
              <a:t>     Stop independently evaluating the same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F45C2"/>
                </a:solidFill>
              </a:rPr>
              <a:t>●  </a:t>
            </a:r>
            <a:r>
              <a:rPr sz="1400" b="1">
                <a:solidFill>
                  <a:srgbClr val="333333"/>
                </a:solidFill>
              </a:rPr>
              <a:t>Drive intentional adoption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66666"/>
                </a:solidFill>
              </a:rPr>
              <a:t>     Explicit decisions instead of accidental tech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45C2"/>
                </a:solidFill>
              </a:defRPr>
            </a:pPr>
            <a:r>
              <a:t>How?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03520" cy="1371600"/>
          </a:xfrm>
          <a:prstGeom prst="rect">
            <a:avLst/>
          </a:prstGeom>
          <a:solidFill>
            <a:srgbClr val="F5F5FF"/>
          </a:solidFill>
          <a:ln w="12700">
            <a:solidFill>
              <a:srgbClr val="D1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→  Tech Radar Guild — 1 representative per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→  Quarterly review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7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→  CTO / Head of Engineering as radar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5303520" cy="1920240"/>
          </a:xfrm>
          <a:prstGeom prst="rect">
            <a:avLst/>
          </a:prstGeom>
          <a:solidFill>
            <a:srgbClr val="F5F5FF"/>
          </a:solidFill>
          <a:ln w="12700">
            <a:solidFill>
              <a:srgbClr val="D1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Quarterly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45C2"/>
                </a:solidFill>
              </a:defRPr>
            </a:pPr>
            <a:r>
              <a:t>1. 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49039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Departments propose entries or ring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96511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45C2"/>
                </a:solidFill>
              </a:defRPr>
            </a:pPr>
            <a:r>
              <a:t>2.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096511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Guild meets, debates, decides together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43983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45C2"/>
                </a:solidFill>
              </a:defRPr>
            </a:pPr>
            <a:r>
              <a:t>3. Publish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443983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Update radar + write changelog, share company-wide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91455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45C2"/>
                </a:solidFill>
              </a:defRPr>
            </a:pPr>
            <a:r>
              <a:t>4. Retrospect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791455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Are teams following the radar? Adjust if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45C2"/>
                </a:solidFill>
              </a:defRPr>
            </a:pPr>
            <a:r>
              <a:t>Four Rings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873752"/>
            <a:ext cx="146304" cy="146304"/>
          </a:xfrm>
          <a:prstGeom prst="ellipse">
            <a:avLst/>
          </a:prstGeom>
          <a:solidFill>
            <a:srgbClr val="2F4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F45C2"/>
                </a:solidFill>
              </a:defRPr>
            </a:pPr>
            <a:r>
              <a:t>Adopt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Our default choice for production</a:t>
            </a:r>
          </a:p>
        </p:txBody>
      </p:sp>
      <p:sp>
        <p:nvSpPr>
          <p:cNvPr id="30" name="Oval 29"/>
          <p:cNvSpPr/>
          <p:nvPr/>
        </p:nvSpPr>
        <p:spPr>
          <a:xfrm>
            <a:off x="2057400" y="4873752"/>
            <a:ext cx="146304" cy="146304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8568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98754"/>
                </a:solidFill>
              </a:defRPr>
            </a:pPr>
            <a:r>
              <a:t>Trial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0292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Worth pursuing in non-critical projects</a:t>
            </a:r>
          </a:p>
        </p:txBody>
      </p:sp>
      <p:sp>
        <p:nvSpPr>
          <p:cNvPr id="33" name="Oval 32"/>
          <p:cNvSpPr/>
          <p:nvPr/>
        </p:nvSpPr>
        <p:spPr>
          <a:xfrm>
            <a:off x="3383280" y="4873752"/>
            <a:ext cx="146304" cy="146304"/>
          </a:xfrm>
          <a:prstGeom prst="ellipse">
            <a:avLst/>
          </a:prstGeom>
          <a:solidFill>
            <a:srgbClr val="88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888CC"/>
                </a:solidFill>
              </a:defRPr>
            </a:pPr>
            <a:r>
              <a:t>Assess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0292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Worth exploring — investigate &amp; prototype</a:t>
            </a:r>
          </a:p>
        </p:txBody>
      </p:sp>
      <p:sp>
        <p:nvSpPr>
          <p:cNvPr id="36" name="Oval 35"/>
          <p:cNvSpPr/>
          <p:nvPr/>
        </p:nvSpPr>
        <p:spPr>
          <a:xfrm>
            <a:off x="4709160" y="4873752"/>
            <a:ext cx="146304" cy="146304"/>
          </a:xfrm>
          <a:prstGeom prst="ellipse">
            <a:avLst/>
          </a:prstGeom>
          <a:solidFill>
            <a:srgbClr val="F11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0328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1134D"/>
                </a:solidFill>
              </a:defRPr>
            </a:pPr>
            <a:r>
              <a:t>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50292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Proceed with caution — no new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F0F0FF"/>
          </a:solidFill>
          <a:ln w="19050">
            <a:solidFill>
              <a:srgbClr val="2F4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806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45C2"/>
                </a:solidFill>
              </a:rPr>
              <a:t>Live Demo  →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806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2F45C2"/>
                </a:solidFill>
                <a:hlinkClick r:id="rId2"/>
              </a:rPr>
              <a:t>https://earnest-cocada-04456b.netlify.app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83387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8888"/>
                </a:solidFill>
              </a:defRPr>
            </a:pPr>
            <a:r>
              <a:t>Static HTML — no server needed. Edit via CSV, deploy anywhere.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